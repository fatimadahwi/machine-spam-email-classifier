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07A9-9989-F016-CE75-7FC4AA26E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DA1DA-EFE6-7894-8485-3C211E7FE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D2FE-8FA1-40B0-D219-FD00B981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5C9FB-B8CE-4DEE-BB99-26F9EAF5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1A19F-2388-5C63-2396-8BEE6FD9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9EE67-2B34-F95C-343A-D2351C7A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64C3B-4F0A-4C73-38BA-CEF5B2939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45BE2-B029-719C-2E0E-97FA000E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C38DB-0A79-1C91-B670-8C051F7C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E1279-F6DF-59BC-8DD9-DFC8F30A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1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6442-D5FD-7FB3-069E-7FE941FD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65DDB-8C49-8B74-9A02-1482C04F1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C4883-3F23-461F-7915-42F2832B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4527-03A1-0093-994B-F2B2E23B9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95BF-DA0C-6D4F-DCCF-0FEE638E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13B3-FA58-1F2F-97B9-8B97720F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D946-8548-6709-D316-727B7EBAC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E4415-BBC6-51A7-30D3-FC09C6990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3071D-E81E-7B7A-FD9B-5AD8EDC4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07443-E727-02E7-085A-F9F6078D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274CB-88B2-C8BF-430C-9473BCAE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7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D61D-2A15-F226-9998-8CA3E658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EE74-33B5-5E53-D472-E3361FDC9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502C5-3E94-FF24-144D-BC926D6E1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1D59F-F1CB-5BAD-D8E9-4BA3B7980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E8FFB-8952-F8FD-C0BA-4E5E50AE4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C89E4-D0FF-387F-FFE5-40355336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6DAF9-9C19-9FFE-0209-7B2F1052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4BA0C-3DB8-1719-92A2-526FE0F5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8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E59B-828A-490A-E241-947C254D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51E11-9FE1-0449-8DE7-E743E29F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F6292-E738-8C1E-D7C5-A584B8A8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16CD1-F541-CEC9-8431-1F61BA06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89399-17B9-24C4-C1BC-BD840122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C94CE-B9D2-A753-D9C2-BBFC8962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DCCF0-60D7-B273-D884-ACB131DA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6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A883-1BD9-8A6A-173A-729FC285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62E0-CF2A-9346-C034-E1C7D38C7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B86BB-99D3-3571-31CD-CAD59906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C288A-6EE7-216E-A0A7-A0BEBAC5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4BC52-6A38-134A-D596-67594140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587BE-14F2-B00D-4D9D-11B7840D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3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7116-6FEF-0B02-5771-75DA3515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75322-BFF1-B6B7-27F9-2656E3329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D77B2-876C-66B7-7268-28589EC93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6FD2B-1689-BB6A-6008-F220EBCB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3E9B6-4F88-9546-AA01-4674F028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BAC35-A544-D288-BA31-7F1BC1BC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9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08B0-FD69-1CDE-B86B-0F919ABB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30F3C-BC11-BE3C-956E-32A37414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8AC0-DC53-20D6-830F-428B2D3C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B625B-075F-E33A-34D9-7ADE1F93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4B684-A19F-9BF0-6BB2-A84F9407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1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38B7E-B512-64AD-599A-3AB059289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7998E-4235-CCE3-5E0A-4012272CB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F54B6-9E8E-A5C8-B3DF-1D826D49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D8E9E-2061-0E32-9224-AF437E0F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BB213-B9B6-6760-48C8-A0528D70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0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6B05D-ACE6-9956-92F0-982BCD0F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5FFB3-072A-3881-1C31-23AE3F73D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06F4F-CAED-810D-CAB8-4C9C894F3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FA928-47B6-4767-8DD3-ED9CAC49031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72B9-5D0B-55FD-C0BF-1572DCB85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28A5-2B09-7C05-5AD3-C4986E543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FCE4F-EA58-4D52-8D4A-DC37F86A6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1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BB22-22B0-6468-3A41-0AC87D579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1097"/>
            <a:ext cx="9144000" cy="1468877"/>
          </a:xfrm>
        </p:spPr>
        <p:txBody>
          <a:bodyPr>
            <a:normAutofit fontScale="90000"/>
          </a:bodyPr>
          <a:lstStyle/>
          <a:p>
            <a:b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</a:br>
            <a:b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</a:br>
            <a:br>
              <a:rPr lang="en-US" sz="32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Lebanese International University</a:t>
            </a:r>
            <a:br>
              <a:rPr lang="en-US" sz="32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</a:b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Spam Email Classification using Machine Learning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1C25C-B8D5-FA61-417C-DF2F56AE5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1531"/>
            <a:ext cx="9144000" cy="19066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Course: CSCI441 – Machine Learning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Instructor: Rida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Shbeeb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Student: Fatima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Hussien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Dahwi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ID:42230649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81983-0B9B-1B16-F78B-D32E94B1A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412" y="-106362"/>
            <a:ext cx="2638425" cy="24574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4E7880B-BC4A-CE28-D527-B243145B8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8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1A64-D8FC-7F31-0BF0-4C592157A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9A024-3BE4-E3D0-1DE6-61328B00E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endParaRPr lang="en-US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Spam email detection is an important real-world problem.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emails 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 or Spam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machine learning.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three classification models (KNN , Naïve Bayes and Logistic Regression).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the impact of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choice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balance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5D0BC-B72E-03B4-9FAB-F91409DC19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5" t="5145" r="15346" b="6680"/>
          <a:stretch/>
        </p:blipFill>
        <p:spPr>
          <a:xfrm>
            <a:off x="3352800" y="3924300"/>
            <a:ext cx="4181476" cy="293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4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CDB4A-D96A-5BEB-7AEB-85B53B5F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Machine Learning Type: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7149-581A-6EE5-AC9B-6BB97D8D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895475"/>
            <a:ext cx="4972050" cy="4597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Type: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Predicting discrete labels: Ham / Spam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learning (labeled dataset)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89519-F398-C435-1012-676A33FF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1895475"/>
            <a:ext cx="5410201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57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935A-6C59-ED78-88DD-385328C3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Models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8BA6-31A8-F4B6-25C5-FCB60A90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Naive Bayes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Probabilistic model, fast, effective for text.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Neighbors (KNN)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Instance-based, distance dependent.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classifier, outputs probabilities, performs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well on balanced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ADC6A-2AB8-107C-2BBF-5B0FD42B6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5"/>
          <a:stretch/>
        </p:blipFill>
        <p:spPr>
          <a:xfrm>
            <a:off x="8720000" y="1409700"/>
            <a:ext cx="31291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0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4DBA-7955-6339-9DF0-6848998A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Dataset Description: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BF11A8-0EB1-DF14-87CF-2417632F72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875" y="1786301"/>
            <a:ext cx="51054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emails: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9,989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Classes: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Ham: 5,294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Spam: 4,695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fairly balanced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 (email content)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 (Ham / Spam)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AF7F7-B5AC-3294-1BE8-84BD4ED62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1" y="1501491"/>
            <a:ext cx="5652140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7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C281-700F-1938-2CEA-95B68AE0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Data Preprocessing: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4F4A-3E05-D58A-301B-68FBF580B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04925"/>
            <a:ext cx="10668000" cy="4891088"/>
          </a:xfrm>
        </p:spPr>
        <p:txBody>
          <a:bodyPr/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missing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stop 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Converted text to numerical features using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TF-IDF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data into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training / 20% testing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F8E4-0C12-2740-FA54-DBED62CD6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95" y="4276725"/>
            <a:ext cx="3543605" cy="2216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E206DB-D6FC-C38B-631E-D1639AD76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05" y="4276725"/>
            <a:ext cx="3505689" cy="2216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7A4F34-8E09-0BCB-F288-9633C23A9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999" y="4276724"/>
            <a:ext cx="3324689" cy="221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3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71B1-EF5E-7AF5-B2ED-3A863956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Algorithm Explanation: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14E3-271D-4F8E-FF30-300B638A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Naive Bayes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Assumes feature independence.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word probabilities.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KNN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Classifies based on nearest neighbors.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sigmoid function for probability estimation.</a:t>
            </a:r>
          </a:p>
        </p:txBody>
      </p:sp>
    </p:spTree>
    <p:extLst>
      <p:ext uri="{BB962C8B-B14F-4D97-AF65-F5344CB8AC3E}">
        <p14:creationId xmlns:p14="http://schemas.microsoft.com/office/powerpoint/2010/main" val="271917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3527-3B18-4EA9-662D-7D6F7E431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Training &amp; Evaluation: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C3DE-3666-3FE6-2516-8437D2D8D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preprocessing for all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train/test split.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matrices used for deeper analysis.</a:t>
            </a:r>
          </a:p>
        </p:txBody>
      </p:sp>
    </p:spTree>
    <p:extLst>
      <p:ext uri="{BB962C8B-B14F-4D97-AF65-F5344CB8AC3E}">
        <p14:creationId xmlns:p14="http://schemas.microsoft.com/office/powerpoint/2010/main" val="309935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DE09-6E1A-F4F4-3726-A5FB33B9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Accuracy Comparison: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6B342D-D103-C997-27E9-B16C35727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49816"/>
            <a:ext cx="558165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Logistic Regression achieved the highest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Naive Bayes performed slightly lower but still strong.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KNN showed poor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B65957-E733-1572-EF2A-79EC686C5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48736"/>
            <a:ext cx="5660147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8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D498-E096-BFE8-685D-C975FC3B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Precision, Recall, F1-score (Spam Class):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07617B-71DE-2D7C-0FA9-B87C43162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30" y="1823874"/>
            <a:ext cx="6665989" cy="4297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BAE6FA-9074-B12E-544B-591466332196}"/>
              </a:ext>
            </a:extLst>
          </p:cNvPr>
          <p:cNvSpPr txBox="1"/>
          <p:nvPr/>
        </p:nvSpPr>
        <p:spPr>
          <a:xfrm flipH="1">
            <a:off x="838200" y="1395249"/>
            <a:ext cx="37166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Logistic Regression and Naive Bayes show balanced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KNN has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low recall for spam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, meaning many spam emails were missed.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223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0AA2-CFD3-929C-A830-CA684107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Confusion Metrices: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848C5F-A5F2-AF49-4F55-E233780B88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4771"/>
            <a:ext cx="96297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Naive Bayes: good balance between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Logistic Regression: lowest misclassification.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KNN: many spam emails classified as ham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E48CB-5A14-4C2C-0761-D7F3E300F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11" y="3067049"/>
            <a:ext cx="3720089" cy="3526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FEA31D-67F6-EF31-402E-9CF623E6E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098" y="3067049"/>
            <a:ext cx="4186814" cy="35269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1EE476-EE65-7F41-CE47-AE740C9C3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12" y="3067049"/>
            <a:ext cx="3958214" cy="352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0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C482-474A-CF8B-78F5-B5608445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Impact of Dataset Balance: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519B-20A9-2C93-7174-2AA937B51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 dataset improves fairness and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Prevents bias toward majority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models detect spam more accurately.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D9F90-9732-6910-B6CF-64A6CACCE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09" y="3571874"/>
            <a:ext cx="4547241" cy="3076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A3DFE-14A7-C5F8-E9EB-771BFC75B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636" y="3571874"/>
            <a:ext cx="4672959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159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D6BD-E7E2-C2E6-DDC6-38F362A2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E491E-5217-E2B2-01F9-D3431A98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351338"/>
          </a:xfrm>
        </p:spPr>
        <p:txBody>
          <a:bodyPr/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production.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Naive Bayes is suitable for fast and simple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KNN is not recommended for this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models (SVM, ensembles)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 (n-grams, bigrams)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63C9-C5CC-A6D1-89A0-628BD0EE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Real-World Applications: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8958F1E-6EDD-9DE0-1739-8ACC88212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82610"/>
            <a:ext cx="469582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Email spam filtering (Gmail, Outlook).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SMS spam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Phishing and cybersecurity systems.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C27485-CA8C-6755-6F66-2E5AEC909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773" y="1781174"/>
            <a:ext cx="5384801" cy="398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3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00C5-F8CC-0C8B-A831-34B8D56F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Self-Learning Outcomes: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1BCE8-1BD6-1D64-2853-40752512B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preprocessing and TF-IDF vectorization.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Implemented multiple classification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Learned evaluation beyond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Understood dataset imbalance effects.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Visualized results effectively.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35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3A44-E9B7-7E35-287C-522544C1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4C2D-DB9D-2004-8774-B1459EA30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choice and dataset balance strongly affect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 achieved the best overall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 datasets lead to reliable spam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improvements possible with advanced techniques.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36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EF61-1A2A-AD2A-10F7-BEAB7BFA3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Thank You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70DB1-075F-13A8-397C-84E0AB6D6E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1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497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Algerian</vt:lpstr>
      <vt:lpstr>Arial</vt:lpstr>
      <vt:lpstr>Bahnschrift Condensed</vt:lpstr>
      <vt:lpstr>Calibri</vt:lpstr>
      <vt:lpstr>Calibri Light</vt:lpstr>
      <vt:lpstr>Courier New</vt:lpstr>
      <vt:lpstr>Wingdings</vt:lpstr>
      <vt:lpstr>Office Theme</vt:lpstr>
      <vt:lpstr>   Lebanese International University  Spam Email Classification using Machine Learning</vt:lpstr>
      <vt:lpstr>Introduction:</vt:lpstr>
      <vt:lpstr>Machine Learning Type:</vt:lpstr>
      <vt:lpstr>Models Used:</vt:lpstr>
      <vt:lpstr>Dataset Description:</vt:lpstr>
      <vt:lpstr>Data Preprocessing:</vt:lpstr>
      <vt:lpstr>Algorithm Explanation:</vt:lpstr>
      <vt:lpstr>Training &amp; Evaluation:</vt:lpstr>
      <vt:lpstr>Accuracy Comparison:</vt:lpstr>
      <vt:lpstr>Precision, Recall, F1-score (Spam Class):</vt:lpstr>
      <vt:lpstr>Confusion Metrices:</vt:lpstr>
      <vt:lpstr>Impact of Dataset Balance:</vt:lpstr>
      <vt:lpstr>Recommendations:</vt:lpstr>
      <vt:lpstr>Real-World Applications:</vt:lpstr>
      <vt:lpstr>Self-Learning Outcomes:</vt:lpstr>
      <vt:lpstr>Conclusion: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Lebanese International University  Spam Email Classification using Machine Learning</dc:title>
  <dc:creator>User</dc:creator>
  <cp:lastModifiedBy>User</cp:lastModifiedBy>
  <cp:revision>1</cp:revision>
  <dcterms:created xsi:type="dcterms:W3CDTF">2025-12-22T11:40:14Z</dcterms:created>
  <dcterms:modified xsi:type="dcterms:W3CDTF">2025-12-22T13:21:50Z</dcterms:modified>
</cp:coreProperties>
</file>